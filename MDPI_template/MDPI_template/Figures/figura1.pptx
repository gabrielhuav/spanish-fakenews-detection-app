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58" r:id="rId8"/>
    <p:sldId id="265" r:id="rId9"/>
    <p:sldId id="259" r:id="rId10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4102"/>
    <a:srgbClr val="264E59"/>
    <a:srgbClr val="A7BF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4660"/>
  </p:normalViewPr>
  <p:slideViewPr>
    <p:cSldViewPr snapToGrid="0">
      <p:cViewPr>
        <p:scale>
          <a:sx n="93" d="100"/>
          <a:sy n="93" d="100"/>
        </p:scale>
        <p:origin x="480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Libro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6693058897268446"/>
          <c:y val="7.6600357238561428E-2"/>
          <c:w val="0.71264603004508786"/>
          <c:h val="0.75925602010737836"/>
        </c:manualLayout>
      </c:layout>
      <c:pieChart>
        <c:varyColors val="1"/>
        <c:ser>
          <c:idx val="0"/>
          <c:order val="0"/>
          <c:explosion val="6"/>
          <c:dPt>
            <c:idx val="0"/>
            <c:bubble3D val="0"/>
            <c:spPr>
              <a:solidFill>
                <a:srgbClr val="006BC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818-499A-8ECA-17D5A9C52A6C}"/>
              </c:ext>
            </c:extLst>
          </c:dPt>
          <c:dPt>
            <c:idx val="1"/>
            <c:bubble3D val="0"/>
            <c:spPr>
              <a:solidFill>
                <a:srgbClr val="66006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818-499A-8ECA-17D5A9C52A6C}"/>
              </c:ext>
            </c:extLst>
          </c:dPt>
          <c:dPt>
            <c:idx val="2"/>
            <c:bubble3D val="0"/>
            <c:spPr>
              <a:solidFill>
                <a:srgbClr val="F1C1F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818-499A-8ECA-17D5A9C52A6C}"/>
              </c:ext>
            </c:extLst>
          </c:dPt>
          <c:val>
            <c:numRef>
              <c:f>Hoja1!$A$1:$A$3</c:f>
              <c:numCache>
                <c:formatCode>General</c:formatCode>
                <c:ptCount val="3"/>
                <c:pt idx="0">
                  <c:v>70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818-499A-8ECA-17D5A9C52A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9956F-8B4F-4B7B-8AC3-F9092BDAE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31D27A7-2292-473A-9691-040809B01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C2D9D2-DE53-456D-BB7C-306B41078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5AD2F2-EB46-4DA7-BE01-ABA1B192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AEB88B-8011-4FA2-A94D-862B1CCBF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97392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E830D-A694-4CA0-A08B-919B24D98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656D1D3-7D70-43DF-81FD-72F8920C4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B8C931-DBE1-4321-B7C5-A986508BB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875742F-0B0F-4161-988A-F307507E3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0D849D-6051-4861-AD7E-6A5BABD89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0868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B41734-E4BF-4164-919E-36BA4B0BA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737E2D2-729D-402D-9214-ABA424458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3A75FC-58F6-4BDA-8939-945FD1335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642917-4935-4140-9948-84820C102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633667-07BA-4670-9B96-CDBD86829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00810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80DFE-4BCA-4FCF-BF5C-8691D4ED6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FA2F832-C174-4624-802C-BA2358B7A5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E4383FA-2FC8-4A91-AC3C-AF43B2DD7D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21ABD3-3DCD-4DFF-82AC-212C9FF07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C4B6D7-4BB6-456F-89F7-75EE5CD84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0470A8F-A58D-40DF-820C-A81C16BD7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2981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FBFDBD-301A-4E3A-AF31-625DE3E9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947751-1884-447D-8339-10C25D0AB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B090E3-C731-4124-A072-961243C31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4B80722-6882-43E1-8656-D37A9DD0E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22007C9-F6B9-4A85-9474-61C2A6AAAF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34A96D5-9654-4DDA-B44A-8884D21BC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3886913-3B0C-4E1A-A5CD-A2231E8B4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23C1C94-5F01-47BD-93EB-4A43EB59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73540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FFC81F-1FE7-44FC-AE73-BC75C3553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46A39B5-CACC-4AEE-9B43-A9127C8E5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8DABA9F-3E7F-4129-AD36-3614EEC0B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CF594BA-48D7-4AC7-99DA-102E4455D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5918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296A548-25A8-4E64-A1A8-52CAB7037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D54648F-E8CD-48FE-9642-98CD439B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8C9495-6715-4882-A675-7944AE056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22077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52A938-E891-48CF-8169-799607A09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A19A88-F3FE-4D26-9F53-F64176AF4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DF6F8D-D5C1-40CB-9A7C-BDC39DCAFB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C167BA6-1BBD-4568-A0BD-C00C6EA81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B1A117F-CD02-4225-955C-0B46C9F1C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A25F18D-9CA6-4A21-8989-87AF3189C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6723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C0FC75-CB7C-4599-97E3-FC68E953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5B3E5E7-FE23-47D2-80C4-FE217BF1C6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697D33A-F63D-4D35-9434-58266B592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AE26D89-828A-4A53-9507-2B2E46D5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2656F94-CD78-4FC1-A0B5-959364E1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2B4B08-13FC-41EF-8A50-1F657FDE5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60265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3CC785-DD7B-4CBF-9654-B85562B3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36101F9-A93D-422D-AE14-5446380A89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571514-BA97-43CA-800C-1CCAAA04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B1F7A2-0D2E-4773-9C51-3E063FBFB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A203BA-CD7F-4FEF-8CA5-BC0C85FBD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55360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E026C1A-5539-405C-812F-C197872730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0C074-59D2-4302-87AB-8C825C2704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84005D-45B9-4115-A092-4213ACAEC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23632D-7093-47AC-AA45-4E9BE986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AC1F80-87D7-4B6D-B791-38EB62D8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50749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EA842B6-2194-4A48-A182-B3E47CEEC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D4CB9D-AE0E-4248-A8FC-86A1B8EA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D7E8A9-30C5-4E9C-8831-2FA6DB758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04A2E9-BBCF-4A5B-B40D-97E4A029EF02}" type="datetimeFigureOut">
              <a:rPr lang="es-MX" smtClean="0"/>
              <a:t>24/12/2025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2CDEE3-6B1E-4F7C-AA4D-FC48A33FCF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CED64C-0627-4B55-9ED3-1D661F7DC9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615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18.png"/><Relationship Id="rId3" Type="http://schemas.openxmlformats.org/officeDocument/2006/relationships/image" Target="../media/image22.png"/><Relationship Id="rId21" Type="http://schemas.openxmlformats.org/officeDocument/2006/relationships/image" Target="../media/image24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7.png"/><Relationship Id="rId2" Type="http://schemas.openxmlformats.org/officeDocument/2006/relationships/image" Target="../media/image21.png"/><Relationship Id="rId16" Type="http://schemas.openxmlformats.org/officeDocument/2006/relationships/image" Target="../media/image16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23.png"/><Relationship Id="rId15" Type="http://schemas.openxmlformats.org/officeDocument/2006/relationships/image" Target="../media/image15.png"/><Relationship Id="rId23" Type="http://schemas.openxmlformats.org/officeDocument/2006/relationships/image" Target="../media/image26.png"/><Relationship Id="rId10" Type="http://schemas.openxmlformats.org/officeDocument/2006/relationships/image" Target="../media/image8.jpeg"/><Relationship Id="rId19" Type="http://schemas.openxmlformats.org/officeDocument/2006/relationships/image" Target="../media/image20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Relationship Id="rId22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18.png"/><Relationship Id="rId3" Type="http://schemas.openxmlformats.org/officeDocument/2006/relationships/image" Target="../media/image22.png"/><Relationship Id="rId21" Type="http://schemas.openxmlformats.org/officeDocument/2006/relationships/image" Target="../media/image24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7.png"/><Relationship Id="rId2" Type="http://schemas.openxmlformats.org/officeDocument/2006/relationships/image" Target="../media/image21.png"/><Relationship Id="rId16" Type="http://schemas.openxmlformats.org/officeDocument/2006/relationships/image" Target="../media/image16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23.png"/><Relationship Id="rId15" Type="http://schemas.openxmlformats.org/officeDocument/2006/relationships/image" Target="../media/image15.png"/><Relationship Id="rId23" Type="http://schemas.openxmlformats.org/officeDocument/2006/relationships/image" Target="../media/image26.png"/><Relationship Id="rId10" Type="http://schemas.openxmlformats.org/officeDocument/2006/relationships/image" Target="../media/image8.jpeg"/><Relationship Id="rId19" Type="http://schemas.openxmlformats.org/officeDocument/2006/relationships/image" Target="../media/image20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Relationship Id="rId22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jpeg"/><Relationship Id="rId3" Type="http://schemas.openxmlformats.org/officeDocument/2006/relationships/image" Target="../media/image27.png"/><Relationship Id="rId7" Type="http://schemas.openxmlformats.org/officeDocument/2006/relationships/image" Target="../media/image9.jpeg"/><Relationship Id="rId12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11" Type="http://schemas.openxmlformats.org/officeDocument/2006/relationships/image" Target="../media/image17.png"/><Relationship Id="rId5" Type="http://schemas.openxmlformats.org/officeDocument/2006/relationships/image" Target="../media/image5.png"/><Relationship Id="rId15" Type="http://schemas.openxmlformats.org/officeDocument/2006/relationships/chart" Target="../charts/chart1.xml"/><Relationship Id="rId10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9E02D8-C753-4892-9CB2-76E03B2D78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37B229-214F-4102-87D6-152CFAFED0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61700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753FC8BF-40B2-483F-83DE-513B605EC32B}"/>
              </a:ext>
            </a:extLst>
          </p:cNvPr>
          <p:cNvSpPr/>
          <p:nvPr/>
        </p:nvSpPr>
        <p:spPr>
          <a:xfrm>
            <a:off x="0" y="0"/>
            <a:ext cx="5546281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B69921C6-6FF4-4F1F-B887-7E8B2F667E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4" b="9630"/>
          <a:stretch/>
        </p:blipFill>
        <p:spPr>
          <a:xfrm>
            <a:off x="125783" y="100031"/>
            <a:ext cx="5690870" cy="28151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F934C1B-EE23-46AC-BD99-B12BBC1DF390}"/>
              </a:ext>
            </a:extLst>
          </p:cNvPr>
          <p:cNvSpPr/>
          <p:nvPr/>
        </p:nvSpPr>
        <p:spPr>
          <a:xfrm>
            <a:off x="6644279" y="3977999"/>
            <a:ext cx="5547720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BD0FA7C-A452-43B6-A662-5E4FABE771B1}"/>
              </a:ext>
            </a:extLst>
          </p:cNvPr>
          <p:cNvSpPr/>
          <p:nvPr/>
        </p:nvSpPr>
        <p:spPr>
          <a:xfrm>
            <a:off x="6650683" y="0"/>
            <a:ext cx="5547001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54" name="Imagen 53">
            <a:extLst>
              <a:ext uri="{FF2B5EF4-FFF2-40B4-BE49-F238E27FC236}">
                <a16:creationId xmlns:a16="http://schemas.microsoft.com/office/drawing/2014/main" id="{B8582416-C696-4470-83CE-D87FDB6FC5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5" r="28633"/>
          <a:stretch/>
        </p:blipFill>
        <p:spPr>
          <a:xfrm>
            <a:off x="6526559" y="14269"/>
            <a:ext cx="5072688" cy="68437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A3275AEF-F81B-4550-965A-6D2255949E79}"/>
              </a:ext>
            </a:extLst>
          </p:cNvPr>
          <p:cNvSpPr/>
          <p:nvPr/>
        </p:nvSpPr>
        <p:spPr>
          <a:xfrm>
            <a:off x="0" y="3978000"/>
            <a:ext cx="5546281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274619" y="1392677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343400" y="390799"/>
            <a:ext cx="4006575" cy="2266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55030" y="1988289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4357" y="889836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884392" y="1588777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23026" y="2080741"/>
            <a:ext cx="1148450" cy="76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795" y="4477393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lgoritmo - Iconos gratis de editar herramientas">
            <a:extLst>
              <a:ext uri="{FF2B5EF4-FFF2-40B4-BE49-F238E27FC236}">
                <a16:creationId xmlns:a16="http://schemas.microsoft.com/office/drawing/2014/main" id="{BC62E01A-14AC-4F66-8BBD-6D93C5DF5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3729888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9486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F3F21D8C-7624-465E-8D6A-DEB7DE80D688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"/>
          <a:stretch/>
        </p:blipFill>
        <p:spPr>
          <a:xfrm>
            <a:off x="83231" y="3637668"/>
            <a:ext cx="6360096" cy="318615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176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886" y="4073806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3762374" y="5902763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8715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n 32">
            <a:extLst>
              <a:ext uri="{FF2B5EF4-FFF2-40B4-BE49-F238E27FC236}">
                <a16:creationId xmlns:a16="http://schemas.microsoft.com/office/drawing/2014/main" id="{B69921C6-6FF4-4F1F-B887-7E8B2F667E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4" b="9630"/>
          <a:stretch/>
        </p:blipFill>
        <p:spPr>
          <a:xfrm>
            <a:off x="125783" y="100031"/>
            <a:ext cx="5690870" cy="28151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B8582416-C696-4470-83CE-D87FDB6FC5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5" r="28633"/>
          <a:stretch/>
        </p:blipFill>
        <p:spPr>
          <a:xfrm>
            <a:off x="6526559" y="14269"/>
            <a:ext cx="5072688" cy="68437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274619" y="1392677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55030" y="1988289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4357" y="889836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884392" y="1588777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23026" y="2080741"/>
            <a:ext cx="1148450" cy="76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795" y="4477393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lgoritmo - Iconos gratis de editar herramientas">
            <a:extLst>
              <a:ext uri="{FF2B5EF4-FFF2-40B4-BE49-F238E27FC236}">
                <a16:creationId xmlns:a16="http://schemas.microsoft.com/office/drawing/2014/main" id="{BC62E01A-14AC-4F66-8BBD-6D93C5DF5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3729888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9486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F3F21D8C-7624-465E-8D6A-DEB7DE80D688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"/>
          <a:stretch/>
        </p:blipFill>
        <p:spPr>
          <a:xfrm>
            <a:off x="83231" y="3637668"/>
            <a:ext cx="6360096" cy="318615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176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886" y="4073806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3762374" y="5902763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E38E6ABB-936F-4B4D-971A-4E08411E5E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94" t="7083" r="17351" b="67210"/>
          <a:stretch/>
        </p:blipFill>
        <p:spPr bwMode="auto">
          <a:xfrm>
            <a:off x="125783" y="2342965"/>
            <a:ext cx="1260191" cy="56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D7C87E4C-0539-461C-9D33-60F46FB439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4" t="36732" r="15646" b="36367"/>
          <a:stretch/>
        </p:blipFill>
        <p:spPr bwMode="auto">
          <a:xfrm>
            <a:off x="6561047" y="24426"/>
            <a:ext cx="1236474" cy="56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7717FB8F-E046-4722-953C-4B66B62CFB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1" t="64220" r="16695" b="8889"/>
          <a:stretch/>
        </p:blipFill>
        <p:spPr bwMode="auto">
          <a:xfrm>
            <a:off x="146435" y="6223392"/>
            <a:ext cx="1218886" cy="57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343400" y="567490"/>
            <a:ext cx="4001872" cy="20898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828" y="4403262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74191" y="4379955"/>
            <a:ext cx="389049" cy="2304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 err="1">
                <a:solidFill>
                  <a:srgbClr val="7030A0"/>
                </a:solidFill>
              </a:rPr>
              <a:t>User</a:t>
            </a:r>
            <a:endParaRPr lang="es-MX" sz="11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361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n 32">
            <a:extLst>
              <a:ext uri="{FF2B5EF4-FFF2-40B4-BE49-F238E27FC236}">
                <a16:creationId xmlns:a16="http://schemas.microsoft.com/office/drawing/2014/main" id="{B69921C6-6FF4-4F1F-B887-7E8B2F667E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4" b="9630"/>
          <a:stretch/>
        </p:blipFill>
        <p:spPr>
          <a:xfrm>
            <a:off x="125783" y="100031"/>
            <a:ext cx="5690870" cy="28151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B8582416-C696-4470-83CE-D87FDB6FC5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5" r="28633"/>
          <a:stretch/>
        </p:blipFill>
        <p:spPr>
          <a:xfrm>
            <a:off x="6526559" y="14269"/>
            <a:ext cx="5072688" cy="68437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274619" y="1392677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55030" y="1988289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4357" y="889836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884392" y="1588777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23026" y="2080741"/>
            <a:ext cx="1148450" cy="76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795" y="4477393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lgoritmo - Iconos gratis de editar herramientas">
            <a:extLst>
              <a:ext uri="{FF2B5EF4-FFF2-40B4-BE49-F238E27FC236}">
                <a16:creationId xmlns:a16="http://schemas.microsoft.com/office/drawing/2014/main" id="{BC62E01A-14AC-4F66-8BBD-6D93C5DF5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3729888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9486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F3F21D8C-7624-465E-8D6A-DEB7DE80D688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"/>
          <a:stretch/>
        </p:blipFill>
        <p:spPr>
          <a:xfrm>
            <a:off x="83231" y="3637668"/>
            <a:ext cx="6360096" cy="318615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176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886" y="4073806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3762374" y="5902763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E38E6ABB-936F-4B4D-971A-4E08411E5E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94" t="7083" r="17351" b="67210"/>
          <a:stretch/>
        </p:blipFill>
        <p:spPr bwMode="auto">
          <a:xfrm>
            <a:off x="125783" y="2342965"/>
            <a:ext cx="1260191" cy="56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D7C87E4C-0539-461C-9D33-60F46FB439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4" t="36732" r="15646" b="36367"/>
          <a:stretch/>
        </p:blipFill>
        <p:spPr bwMode="auto">
          <a:xfrm>
            <a:off x="6561047" y="24426"/>
            <a:ext cx="1236474" cy="56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7717FB8F-E046-4722-953C-4B66B62CFB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1" t="64220" r="16695" b="8889"/>
          <a:stretch/>
        </p:blipFill>
        <p:spPr bwMode="auto">
          <a:xfrm>
            <a:off x="146435" y="6223392"/>
            <a:ext cx="1218886" cy="57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343400" y="567490"/>
            <a:ext cx="4001872" cy="20898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828" y="4403262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74191" y="4379955"/>
            <a:ext cx="389049" cy="2304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 err="1">
                <a:solidFill>
                  <a:srgbClr val="7030A0"/>
                </a:solidFill>
              </a:rPr>
              <a:t>User</a:t>
            </a:r>
            <a:endParaRPr lang="es-MX" sz="11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080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19472CE-52B8-4710-8DB7-D144A67F0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82"/>
          <a:stretch/>
        </p:blipFill>
        <p:spPr bwMode="auto">
          <a:xfrm>
            <a:off x="108481" y="3667600"/>
            <a:ext cx="6291714" cy="312284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6F682CF-E37F-4562-9F63-5DD12D7C2C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t="208" r="29538"/>
          <a:stretch/>
        </p:blipFill>
        <p:spPr>
          <a:xfrm>
            <a:off x="6526559" y="24426"/>
            <a:ext cx="5047216" cy="68135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B06099F-74B0-4BD8-A1D5-0AB15F698A1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76" b="8346"/>
          <a:stretch/>
        </p:blipFill>
        <p:spPr>
          <a:xfrm>
            <a:off x="252483" y="111028"/>
            <a:ext cx="5685367" cy="27822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300225" y="1391849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80117" y="2098053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380" y="978748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979834" y="1588776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84574" y="2152861"/>
            <a:ext cx="1044044" cy="69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3084" y="4723920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1624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210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616" y="4145982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4017477" y="5928064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829" y="4407973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27465" y="4379955"/>
            <a:ext cx="609688" cy="3439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>
                <a:solidFill>
                  <a:srgbClr val="7030A0"/>
                </a:solidFill>
              </a:rPr>
              <a:t>Usuario</a:t>
            </a:r>
          </a:p>
        </p:txBody>
      </p:sp>
      <p:pic>
        <p:nvPicPr>
          <p:cNvPr id="38" name="Picture 14" descr="Algoritmo - Iconos gratis de editar herramientas">
            <a:extLst>
              <a:ext uri="{FF2B5EF4-FFF2-40B4-BE49-F238E27FC236}">
                <a16:creationId xmlns:a16="http://schemas.microsoft.com/office/drawing/2014/main" id="{5E76D70A-2CF9-4BD4-9D67-0B0C61CB7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7605" y="3874569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etopro | Nutrieze">
            <a:extLst>
              <a:ext uri="{FF2B5EF4-FFF2-40B4-BE49-F238E27FC236}">
                <a16:creationId xmlns:a16="http://schemas.microsoft.com/office/drawing/2014/main" id="{12DB1903-8B0F-4923-B6C5-3513BDE3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94" y="212584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Dietopro | Nutrieze">
            <a:extLst>
              <a:ext uri="{FF2B5EF4-FFF2-40B4-BE49-F238E27FC236}">
                <a16:creationId xmlns:a16="http://schemas.microsoft.com/office/drawing/2014/main" id="{FAB21388-9196-4948-8125-B1A03E7AC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44" y="5993175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Dietopro | Nutrieze">
            <a:extLst>
              <a:ext uri="{FF2B5EF4-FFF2-40B4-BE49-F238E27FC236}">
                <a16:creationId xmlns:a16="http://schemas.microsoft.com/office/drawing/2014/main" id="{98ABE61E-F85D-4206-9F76-CCB13AC14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272" y="33049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462716" y="761672"/>
            <a:ext cx="3964602" cy="1881980"/>
          </a:xfrm>
          <a:prstGeom prst="bentConnector3">
            <a:avLst>
              <a:gd name="adj1" fmla="val 444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849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19472CE-52B8-4710-8DB7-D144A67F0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82"/>
          <a:stretch/>
        </p:blipFill>
        <p:spPr bwMode="auto">
          <a:xfrm>
            <a:off x="108481" y="3667600"/>
            <a:ext cx="6291714" cy="312284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6F682CF-E37F-4562-9F63-5DD12D7C2C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t="208" r="29538"/>
          <a:stretch/>
        </p:blipFill>
        <p:spPr>
          <a:xfrm>
            <a:off x="6526559" y="24426"/>
            <a:ext cx="5047216" cy="68135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B06099F-74B0-4BD8-A1D5-0AB15F698A1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76" b="8346"/>
          <a:stretch/>
        </p:blipFill>
        <p:spPr>
          <a:xfrm>
            <a:off x="252483" y="111028"/>
            <a:ext cx="5685367" cy="27822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300225" y="1391849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80117" y="2098053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380" y="978748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979834" y="1588776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84574" y="2152861"/>
            <a:ext cx="1044044" cy="69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3084" y="4723920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1624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210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616" y="4145982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4017477" y="5928064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829" y="4407973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27465" y="4379955"/>
            <a:ext cx="609688" cy="3439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>
                <a:solidFill>
                  <a:srgbClr val="7030A0"/>
                </a:solidFill>
              </a:rPr>
              <a:t>Usuario</a:t>
            </a:r>
          </a:p>
        </p:txBody>
      </p:sp>
      <p:pic>
        <p:nvPicPr>
          <p:cNvPr id="38" name="Picture 14" descr="Algoritmo - Iconos gratis de editar herramientas">
            <a:extLst>
              <a:ext uri="{FF2B5EF4-FFF2-40B4-BE49-F238E27FC236}">
                <a16:creationId xmlns:a16="http://schemas.microsoft.com/office/drawing/2014/main" id="{5E76D70A-2CF9-4BD4-9D67-0B0C61CB7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7605" y="3874569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etopro | Nutrieze">
            <a:extLst>
              <a:ext uri="{FF2B5EF4-FFF2-40B4-BE49-F238E27FC236}">
                <a16:creationId xmlns:a16="http://schemas.microsoft.com/office/drawing/2014/main" id="{12DB1903-8B0F-4923-B6C5-3513BDE3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94" y="212584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Dietopro | Nutrieze">
            <a:extLst>
              <a:ext uri="{FF2B5EF4-FFF2-40B4-BE49-F238E27FC236}">
                <a16:creationId xmlns:a16="http://schemas.microsoft.com/office/drawing/2014/main" id="{FAB21388-9196-4948-8125-B1A03E7AC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44" y="5993175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Dietopro | Nutrieze">
            <a:extLst>
              <a:ext uri="{FF2B5EF4-FFF2-40B4-BE49-F238E27FC236}">
                <a16:creationId xmlns:a16="http://schemas.microsoft.com/office/drawing/2014/main" id="{98ABE61E-F85D-4206-9F76-CCB13AC14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272" y="33049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462716" y="761672"/>
            <a:ext cx="3964602" cy="1881980"/>
          </a:xfrm>
          <a:prstGeom prst="bentConnector3">
            <a:avLst>
              <a:gd name="adj1" fmla="val 444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293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9572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Imagen 53">
            <a:extLst>
              <a:ext uri="{FF2B5EF4-FFF2-40B4-BE49-F238E27FC236}">
                <a16:creationId xmlns:a16="http://schemas.microsoft.com/office/drawing/2014/main" id="{B8582416-C696-4470-83CE-D87FDB6FC5D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5" r="28633"/>
          <a:stretch/>
        </p:blipFill>
        <p:spPr>
          <a:xfrm>
            <a:off x="6526559" y="14269"/>
            <a:ext cx="5072688" cy="68437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F59BC40-0591-4675-9CCB-D55648AE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82" b="8159"/>
          <a:stretch/>
        </p:blipFill>
        <p:spPr>
          <a:xfrm>
            <a:off x="164774" y="93290"/>
            <a:ext cx="5541335" cy="36387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204" y="3157824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286442" y="1435135"/>
            <a:ext cx="685347" cy="645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4001508" y="2008441"/>
            <a:ext cx="1600571" cy="698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23026" y="2080741"/>
            <a:ext cx="1148450" cy="76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Imagen 56">
            <a:extLst>
              <a:ext uri="{FF2B5EF4-FFF2-40B4-BE49-F238E27FC236}">
                <a16:creationId xmlns:a16="http://schemas.microsoft.com/office/drawing/2014/main" id="{F3F21D8C-7624-465E-8D6A-DEB7DE80D68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"/>
          <a:stretch/>
        </p:blipFill>
        <p:spPr>
          <a:xfrm>
            <a:off x="83231" y="4135521"/>
            <a:ext cx="5366298" cy="26883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176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886" y="4073806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3762374" y="5902763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E38E6ABB-936F-4B4D-971A-4E08411E5E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94" t="7083" r="17351" b="67210"/>
          <a:stretch/>
        </p:blipFill>
        <p:spPr bwMode="auto">
          <a:xfrm>
            <a:off x="194605" y="3058775"/>
            <a:ext cx="1430357" cy="645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D7C87E4C-0539-461C-9D33-60F46FB439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4" t="36732" r="15646" b="36367"/>
          <a:stretch/>
        </p:blipFill>
        <p:spPr bwMode="auto">
          <a:xfrm>
            <a:off x="6561047" y="24426"/>
            <a:ext cx="1236474" cy="56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7717FB8F-E046-4722-953C-4B66B62CFB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1" t="64220" r="16695" b="8889"/>
          <a:stretch/>
        </p:blipFill>
        <p:spPr bwMode="auto">
          <a:xfrm>
            <a:off x="146435" y="6223392"/>
            <a:ext cx="1218886" cy="57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828" y="4403262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74191" y="4379955"/>
            <a:ext cx="389049" cy="2304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 err="1">
                <a:solidFill>
                  <a:srgbClr val="7030A0"/>
                </a:solidFill>
              </a:rPr>
              <a:t>User</a:t>
            </a:r>
            <a:endParaRPr lang="es-MX" sz="1100" dirty="0">
              <a:solidFill>
                <a:srgbClr val="7030A0"/>
              </a:solidFill>
            </a:endParaRPr>
          </a:p>
        </p:txBody>
      </p:sp>
      <p:graphicFrame>
        <p:nvGraphicFramePr>
          <p:cNvPr id="30" name="Gráfico 29">
            <a:extLst>
              <a:ext uri="{FF2B5EF4-FFF2-40B4-BE49-F238E27FC236}">
                <a16:creationId xmlns:a16="http://schemas.microsoft.com/office/drawing/2014/main" id="{E4823035-8E3B-4CB7-B063-8C833ED8D0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51276981"/>
              </p:ext>
            </p:extLst>
          </p:nvPr>
        </p:nvGraphicFramePr>
        <p:xfrm>
          <a:off x="9968126" y="202658"/>
          <a:ext cx="1236475" cy="1160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76791" y="615749"/>
            <a:ext cx="419577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/>
              <a:t>70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9997942" y="396962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/>
              <a:t>20%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0397208" y="124877"/>
            <a:ext cx="498274" cy="368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050" dirty="0"/>
              <a:t>10%</a:t>
            </a:r>
          </a:p>
        </p:txBody>
      </p:sp>
      <p:sp>
        <p:nvSpPr>
          <p:cNvPr id="32" name="Marcador de contenido 2">
            <a:extLst>
              <a:ext uri="{FF2B5EF4-FFF2-40B4-BE49-F238E27FC236}">
                <a16:creationId xmlns:a16="http://schemas.microsoft.com/office/drawing/2014/main" id="{7DE68700-22CF-43C5-943C-9E6992C3E629}"/>
              </a:ext>
            </a:extLst>
          </p:cNvPr>
          <p:cNvSpPr txBox="1">
            <a:spLocks/>
          </p:cNvSpPr>
          <p:nvPr/>
        </p:nvSpPr>
        <p:spPr>
          <a:xfrm>
            <a:off x="11345480" y="615749"/>
            <a:ext cx="150888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800" dirty="0"/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854304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15AA48-6827-407C-911E-001712BA4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B742C1-497F-489C-92BF-AB899E8F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7268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41</Words>
  <Application>Microsoft Office PowerPoint</Application>
  <PresentationFormat>Panorámica</PresentationFormat>
  <Paragraphs>24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Gabriel Hurtado Avilés</dc:creator>
  <cp:lastModifiedBy>Gabriel Hurtado Avilés</cp:lastModifiedBy>
  <cp:revision>31</cp:revision>
  <dcterms:created xsi:type="dcterms:W3CDTF">2025-09-28T06:33:13Z</dcterms:created>
  <dcterms:modified xsi:type="dcterms:W3CDTF">2025-12-24T07:59:46Z</dcterms:modified>
</cp:coreProperties>
</file>